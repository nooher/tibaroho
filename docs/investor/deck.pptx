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1A3E44"/>
                </a:solidFill>
              </a:rPr>
              <a:t>TABHOS</a:t>
            </a:r>
          </a:p>
          <a:p>
            <a:r>
              <a:rPr sz="2000" i="1">
                <a:solidFill>
                  <a:srgbClr val="6A6760"/>
                </a:solidFill>
              </a:rPr>
              <a:t>National behavioral-health infrastructure — free for users and providers, forever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A6760"/>
                </a:solidFill>
              </a:rPr>
              <a:t>Dr. Ally A. Nooher, MD, MPS-HIT  ·  Laetoli (T) Ltd  ·  laetoli.tz  ·  22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Tanzania has ~70 psychiatrists for 65 million people. Mental-health stigma is high. The Mental Health Act (2008) and WHO mhGAP IG v2.0 define a stepped-care model that needs digital scaffolding — but nobody has built it. Result: ~85% of Tanzanians with treatable mental illness never receive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Twelve-module platform covering screening (12 standardized instruments), evidence-based programs (PM+, CETA, IPT, t-CBT, MI, PST, MBSR-Lite, DBT, faith-informed care), provider workspace (ICD-11 coding, telehealth, NHIF claims, supervision), and 10 special-population tracks. Sovereign AI companion (Rafiki) — Akili-powered, no external LLM. Stepped care: self-screen → guided self-help → lay counsellor → clinical telehealth.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Tanzania mental-health burden ~5M DALYs/yr; East Africa total ~25M DALYs. Global mental-health funding USD 4B+/yr (Gates, Wellcome, NORAD, USAID). NHIF + private insurance starting to reimburse digital mental health. Workplace EAP market in Tanzania growing 20%+/yr.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Production deployment live since 2026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Cross-product federation with the Laetoli portfolio (one admin shell, one AI engine)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Demo personas covering every major user type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Discussions opening with primary regulator and pilot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Tanzania PDPA + sector-specific compliance creates a hard deadline that paper workflows can't meet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Donor + government funding is shifting to country-led infrastructure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Mobile penetration + sovereign-infrastructure readiness make it possible today and not five years ago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Founder uniquely placed to land the gov + technical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Free for users + providers (paid for by gov + donors). Sovereign AI companion that knows Tanzanian context (Swahili idiom, faith framing where appropriate, MoH MH guidelines baked in). Federation with THOS (shared FHIR records) and Akili (shared AI engine) — no competitor can match the cross-product synergy. Mental Health Act compliance built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1D18"/>
                </a:solidFill>
              </a:rPr>
              <a:t>Dr. Ally A. Nooher (founder, MD + behavioral-health experience). Hire plan: clinical liaison (MH specialist), senior counsellor (training lead), security, BD.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F1D18"/>
                </a:solidFill>
              </a:rPr>
              <a:t>USD 800,000 over 18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Engineering hires (4 FTE × 18mo) — 35%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MoH MH + MCT MoU process — 15%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3 universities + 2 hospitals pilot — 20%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Clinical-safety review (suicidality + reporting flows) — 10%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Lay-counsellor training programme — 10%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Working capital — 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18-24 month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M-6  ·  MoU signed: MoH MH unit + MCT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M-9  ·  Pilot live at 3 universities (student counselling)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M-12  ·  Pilot live at 2 hospital outpatient psychiatry units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M-15  ·  Clinical-safety review passed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1D18"/>
                </a:solidFill>
              </a:rPr>
              <a:t>•   M-18  ·  Series A pitch — donor + impact-investor blended 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E44"/>
                </a:solidFill>
              </a:rPr>
              <a:t>Let's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A3E44"/>
                </a:solidFill>
              </a:rPr>
              <a:t>founder@laetoli.tz</a:t>
            </a:r>
          </a:p>
          <a:p>
            <a:r>
              <a:rPr sz="1800">
                <a:solidFill>
                  <a:srgbClr val="1F1D18"/>
                </a:solidFill>
              </a:rPr>
              <a:t>Dr. Ally A. Nooher, MD, MPS-HIT</a:t>
            </a:r>
          </a:p>
          <a:p>
            <a:r>
              <a:rPr sz="1400">
                <a:solidFill>
                  <a:srgbClr val="6A6760"/>
                </a:solidFill>
              </a:rPr>
              <a:t>Laetoli (T)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